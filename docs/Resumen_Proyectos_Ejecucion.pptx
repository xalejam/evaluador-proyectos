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97B1C-021F-4D23-85C4-72EC67BA07CA}" v="1" dt="2026-04-23T20:27:43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omara Monroy" userId="4140f591-39e9-4a79-8a86-ab06f0c8f822" providerId="ADAL" clId="{5FA09959-D8ED-4317-8B9E-3F9FDDDCC79E}"/>
    <pc:docChg chg="custSel modSld">
      <pc:chgData name="Xiomara Monroy" userId="4140f591-39e9-4a79-8a86-ab06f0c8f822" providerId="ADAL" clId="{5FA09959-D8ED-4317-8B9E-3F9FDDDCC79E}" dt="2026-04-23T20:27:51.811" v="2" actId="478"/>
      <pc:docMkLst>
        <pc:docMk/>
      </pc:docMkLst>
      <pc:sldChg chg="addSp delSp modSp mod">
        <pc:chgData name="Xiomara Monroy" userId="4140f591-39e9-4a79-8a86-ab06f0c8f822" providerId="ADAL" clId="{5FA09959-D8ED-4317-8B9E-3F9FDDDCC79E}" dt="2026-04-23T20:27:51.811" v="2" actId="478"/>
        <pc:sldMkLst>
          <pc:docMk/>
          <pc:sldMk cId="0" sldId="257"/>
        </pc:sldMkLst>
        <pc:picChg chg="add del mod">
          <ac:chgData name="Xiomara Monroy" userId="4140f591-39e9-4a79-8a86-ab06f0c8f822" providerId="ADAL" clId="{5FA09959-D8ED-4317-8B9E-3F9FDDDCC79E}" dt="2026-04-23T20:27:51.811" v="2" actId="478"/>
          <ac:picMkLst>
            <pc:docMk/>
            <pc:sldMk cId="0" sldId="257"/>
            <ac:picMk id="29" creationId="{4A98383D-A715-05DD-B0C1-D91A71E287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D8CED-7942-49F5-ADAC-89B7306BF605}" type="datetimeFigureOut">
              <a:rPr lang="es-MX" smtClean="0"/>
              <a:t>23/04/2026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2CF25-A3EC-4779-B949-8B1009F60C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217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2CF25-A3EC-4779-B949-8B1009F60C54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54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95A"/>
          </a:solidFill>
          <a:ln>
            <a:solidFill>
              <a:srgbClr val="075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Resumen ejecutivo | Proyectos en ejecucion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DCDC"/>
                </a:solidFill>
              </a:rPr>
              <a:t>Fuente: project_viability.db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EBEB"/>
                </a:solidFill>
              </a:rPr>
              <a:t>1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033271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Proyectos activos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2344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3619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estatus executing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96012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1033271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Avance promedio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2344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53619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segun ultimo registro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96012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1768" y="1033271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Sin bloqueadores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2344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53619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ultimo reporte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96012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42048" y="1033271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Ultima actualizacion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12344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22 Apr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53619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avance mas reciente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960120"/>
            <a:ext cx="20116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033271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</a:rPr>
              <a:t>Mensaje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12344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5 frentes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536192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sin bloqueos criticos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81051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Todos los proyectos en ejecucion reportan avance y no muestran bloqueadores ni riesgos criticos en la ultima nota.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084831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Proyecto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084831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Avance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084831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Nota / Proximo paso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84831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Bloqueo &amp; Riesgo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2084831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286000"/>
            <a:ext cx="11338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235915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0F172A"/>
                </a:solidFill>
              </a:rPr>
              <a:t>Actualizacion</a:t>
            </a:r>
            <a:r>
              <a:rPr sz="1400" b="1" dirty="0">
                <a:solidFill>
                  <a:srgbClr val="0F172A"/>
                </a:solidFill>
              </a:rPr>
              <a:t> Macro RCD </a:t>
            </a:r>
            <a:r>
              <a:rPr sz="1400" b="1" dirty="0" err="1">
                <a:solidFill>
                  <a:srgbClr val="0F172A"/>
                </a:solidFill>
              </a:rPr>
              <a:t>colgate</a:t>
            </a:r>
            <a:endParaRPr sz="1400" b="1" dirty="0">
              <a:solidFill>
                <a:srgbClr val="0F17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301752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MX-DDD-0001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2414016"/>
            <a:ext cx="822960" cy="329184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245059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94192" y="2359152"/>
            <a:ext cx="18288" cy="86868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233172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NOTA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245973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</a:rPr>
              <a:t>La macro está prácticamente cerrada. Carlos ya corrió nuevamente la comparación y todo coincide excepto el scorecard (el cuál se ajusto para que sea flexible...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278892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PROX. PASO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29169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Esperar feedback del usuario (jueves 30 de abril ). Cerrar el proyecto una vez validado el scorec...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33172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BLOQUEADOR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45973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Feedback final del usuario sobre el scorec...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770632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RIESGO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289864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97706"/>
                </a:solidFill>
              </a:rPr>
              <a:t>Si el scorecard no coincide o el usuario solici...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25054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22 Apr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4320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3337560"/>
            <a:ext cx="1133856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341071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Client Title PPT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06908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LA-DDD-0001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20440" y="3465576"/>
            <a:ext cx="822960" cy="329184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20440" y="35021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4192" y="3410712"/>
            <a:ext cx="18288" cy="86868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80560" y="338328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NOTA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35112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</a:rPr>
              <a:t>Se entregó el copiloto en el kick off de MX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384048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PROX. PASO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39684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Entregar copiloto a Ecuador y luego otros países de Latam Hacer seguimento de uso feedback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338328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BLOQUEADOR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351129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ninguno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822192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RIESGO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395020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ninguno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3557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22 Apr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78440" y="379476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4389120"/>
            <a:ext cx="11338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" y="44622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Actualización VBA Walmart Frescos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512064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MX-DDD-0004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20440" y="4517136"/>
            <a:ext cx="822960" cy="329184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20440" y="45537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95%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94192" y="4462272"/>
            <a:ext cx="18288" cy="86868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480560" y="443484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NOTA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60" y="456285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</a:rPr>
              <a:t>Luis realizó correcciones a errores preexistentes y ajustes solicitados. Se modificó la macro y la PPT para que los rangos sean dinámicos. El programa ya fue...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489204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PROX. PASO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80560" y="50200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Comunicar al cliente qué ajustes pueden requerir intervención manual. Esperar feedback final para...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443484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BLOQUEADOR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456285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Ninguno.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4873752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RIESGO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500176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97706"/>
                </a:solidFill>
              </a:rPr>
              <a:t>Cambios futuros del cliente (en columnas o layo...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78440" y="46085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22 Apr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78440" y="484632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5440680"/>
            <a:ext cx="1133856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4360" y="551383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SMART INTAKE DM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" y="61722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HI-DDD-0001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20440" y="5568696"/>
            <a:ext cx="822960" cy="329184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520440" y="56052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94192" y="5513832"/>
            <a:ext cx="18288" cy="86868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80560" y="54864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NOTA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0560" y="561441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</a:rPr>
              <a:t>Carlos avanzó parcialmente en la definición de reglas (master file e itemización). Falta adaptar completamente el flujo del agente a la taxonomía final.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80560" y="5943600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PROX. PASO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0560" y="607161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Conseguir transcript/grabación de la reunión con Alejandra. Completar reglas faltantes y adaptar...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03920" y="548640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BLOQUEADOR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561441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Falta el transcript y la grabación de la r...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5925312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RIESGO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03920" y="605332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97706"/>
                </a:solidFill>
              </a:rPr>
              <a:t>Sin reglas completas y claras, el agente no se...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78440" y="566013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22 Apr 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78440" y="589788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Nota: el porcentaje corresponde al ultimo progreso capturado por proyecto.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Corte: 22/04/2026 18:56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7595A"/>
          </a:solidFill>
          <a:ln>
            <a:solidFill>
              <a:srgbClr val="075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Resumen ejecutivo | Proyectos en ejecucion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DCDC"/>
                </a:solidFill>
              </a:rPr>
              <a:t>Fuente: project_viability.db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25603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8EBEB"/>
                </a:solidFill>
              </a:rPr>
              <a:t>2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2880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82296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Avance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822960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Nota / Proximo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822960"/>
            <a:ext cx="1783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Bloqueo &amp;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822960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24128"/>
            <a:ext cx="11338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09728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Automatización Presentaciones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55648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LA-DDD-0002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152144"/>
            <a:ext cx="822960" cy="329184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1887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1097280"/>
            <a:ext cx="18288" cy="86868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06984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NOTA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1978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</a:rPr>
              <a:t>Se agrega la funcionalidad de insertar texto y tablas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52704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PROX. PASO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6550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Configurar presentación de Coppel con nueva funcionalidad de 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069848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BLOQUEADOR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197864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ninguno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508760"/>
            <a:ext cx="1783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</a:rPr>
              <a:t>RIESGO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63677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ninguno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124358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12 Mar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1481328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Ultima 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</a:rPr>
              <a:t>Nota: el porcentaje corresponde al ultimo progreso capturado por proyecto.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</a:rPr>
              <a:t>Corte: 22/04/2026 18:56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463</Words>
  <Application>Microsoft Office PowerPoint</Application>
  <PresentationFormat>Panorámica</PresentationFormat>
  <Paragraphs>102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Xiomara Monroy</cp:lastModifiedBy>
  <cp:revision>1</cp:revision>
  <dcterms:created xsi:type="dcterms:W3CDTF">2013-01-27T09:14:16Z</dcterms:created>
  <dcterms:modified xsi:type="dcterms:W3CDTF">2026-04-23T20:27:52Z</dcterms:modified>
  <cp:category/>
</cp:coreProperties>
</file>